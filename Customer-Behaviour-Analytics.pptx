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unnel Sans" panose="020B0604020202020204" charset="0"/>
      <p:regular r:id="rId13"/>
    </p:embeddedFont>
    <p:embeddedFont>
      <p:font typeface="Arial Rounded MT Bold" panose="020F0704030504030204" pitchFamily="34" charset="0"/>
      <p:regular r:id="rId14"/>
    </p:embeddedFont>
    <p:embeddedFont>
      <p:font typeface="Funnel Sans SemiBold" panose="020B0604020202020204" charset="0"/>
      <p:regular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Young Serif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1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098800"/>
            <a:ext cx="8889778" cy="3759200"/>
          </a:xfrm>
          <a:prstGeom prst="roundRect">
            <a:avLst>
              <a:gd name="adj" fmla="val 912"/>
            </a:avLst>
          </a:prstGeom>
          <a:solidFill>
            <a:srgbClr val="E4E9FB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3642916"/>
            <a:ext cx="828019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67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Customer Behaviour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67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Analytics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65176" y="5293916"/>
            <a:ext cx="828019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end-to-end portfolio project turning 3,900 customer records into a decision-support workflow with Python, SQL Server, and Power BI.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0383" y="9505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This project connects technical work to business decisions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2386013"/>
            <a:ext cx="114805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data becomes an analysis-ready story for business users.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383" y="2912368"/>
            <a:ext cx="3420382" cy="328523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27" y="3185418"/>
            <a:ext cx="571486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427" y="3890268"/>
            <a:ext cx="287429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Understand value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3427" y="4352528"/>
            <a:ext cx="2874295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Across demographics, products, discounts, shipping, subscriptions, and loyalty.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85557" y="2912368"/>
            <a:ext cx="3420481" cy="328523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601" y="3185418"/>
            <a:ext cx="571486" cy="571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8601" y="3890268"/>
            <a:ext cx="287439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 the evidence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58601" y="4352528"/>
            <a:ext cx="287439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Move beyond isolated tool demos with reliable data and focused business questions.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10831" y="2912368"/>
            <a:ext cx="3420382" cy="328523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74" y="3185418"/>
            <a:ext cx="571486" cy="57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3874" y="3890268"/>
            <a:ext cx="287429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Communicate clearly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383874" y="4352528"/>
            <a:ext cx="287429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an interactive dashboard to turn analysis into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0400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505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Arial Rounded MT Bold" panose="020F07040305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3,900</a:t>
            </a: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 records became a reliable analysis base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60383" y="2386013"/>
            <a:ext cx="3420382" cy="338584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2690813"/>
            <a:ext cx="2810797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F8C86D"/>
                </a:solidFill>
                <a:latin typeface="Arial Rounded MT Bold" panose="020F0704030504030204" pitchFamily="34" charset="0"/>
                <a:ea typeface="Young Serif" pitchFamily="34" charset="-122"/>
                <a:cs typeface="Young Serif" pitchFamily="34" charset="-120"/>
              </a:rPr>
              <a:t>3,900</a:t>
            </a:r>
            <a:endParaRPr lang="en-US" sz="7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5176" y="3797201"/>
            <a:ext cx="311558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records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5176" y="4250531"/>
            <a:ext cx="2810797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18 original fields across demographics, products, purchase value, satisfaction, shipping, discounts, loyalty, and payment.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5557" y="2386013"/>
            <a:ext cx="3420481" cy="3385840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399" y="2709863"/>
            <a:ext cx="2772797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37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709399" y="3816251"/>
            <a:ext cx="309663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review ratings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399" y="4269581"/>
            <a:ext cx="2772797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4A4E6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Filled with category-level medians. Frequency labels were standardized for consistent analysis.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0831" y="2386013"/>
            <a:ext cx="3420382" cy="3385840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4673" y="2709863"/>
            <a:ext cx="2772698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434673" y="3816251"/>
            <a:ext cx="277269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duplicate customer records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34673" y="4589562"/>
            <a:ext cx="2772698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4A4E6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Purchase amounts ranged from $20 to $100; ages ranged from 18 to 70. A redundant promo-code field was identified.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0400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PYTHON / 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505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Python made the dataset analysis-ready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2386013"/>
            <a:ext cx="114805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4A4E6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repeatable preparation layer connects the CSV to business analysis.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0383" y="333920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0383" y="3659287"/>
            <a:ext cx="2374741" cy="1905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3815457"/>
            <a:ext cx="2374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83" y="4277717"/>
            <a:ext cx="237484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Inspect shape, types, distributions, missing values, and unique values with Pandas.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92413" y="333920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92413" y="3659287"/>
            <a:ext cx="2374741" cy="1905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11" name="Text 9"/>
          <p:cNvSpPr/>
          <p:nvPr/>
        </p:nvSpPr>
        <p:spPr>
          <a:xfrm>
            <a:off x="3492413" y="3815457"/>
            <a:ext cx="2374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92413" y="4277717"/>
            <a:ext cx="2374841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Impute ratings by category, harmonize frequency labels, validate IDs, and standardize column names.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24442" y="333920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4442" y="3659287"/>
            <a:ext cx="2374741" cy="1905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3815457"/>
            <a:ext cx="2374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4442" y="4277717"/>
            <a:ext cx="2374841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the business-friendly features age_group and purchase_freq_in_days.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56471" y="333920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56471" y="3659287"/>
            <a:ext cx="2374741" cy="1905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19" name="Text 17"/>
          <p:cNvSpPr/>
          <p:nvPr/>
        </p:nvSpPr>
        <p:spPr>
          <a:xfrm>
            <a:off x="9156471" y="3815457"/>
            <a:ext cx="2374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56471" y="4277717"/>
            <a:ext cx="237484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Move the prepared table into SQL Server through SQLAlchemy and pyodbc.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0400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SQL SERVER / BUSINESS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505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SQL translated business questions into repeatable analysis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317452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6166" y="2386013"/>
            <a:ext cx="459728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by gender and age group.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317452"/>
            <a:ext cx="45718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34027" y="2386013"/>
            <a:ext cx="45972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Subscriber versus non-subscriber spend and revenue.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3262114"/>
            <a:ext cx="457189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6166" y="3330674"/>
            <a:ext cx="45972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Discounted customers with above-average purchase value.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3262114"/>
            <a:ext cx="457189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34027" y="3330674"/>
            <a:ext cx="45972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Top-rated products and products with the highest discount penetration.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83" y="4206776"/>
            <a:ext cx="457189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46166" y="4275336"/>
            <a:ext cx="1018514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Shipping type, customer segments, repeat buyers, and top products within each category.</a:t>
            </a:r>
            <a:endParaRPr lang="en-US" sz="1800" dirty="0"/>
          </a:p>
        </p:txBody>
      </p:sp>
      <p:sp>
        <p:nvSpPr>
          <p:cNvPr id="14" name="Shape 7"/>
          <p:cNvSpPr/>
          <p:nvPr/>
        </p:nvSpPr>
        <p:spPr>
          <a:xfrm>
            <a:off x="660383" y="4801691"/>
            <a:ext cx="10870928" cy="67558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15" name="Text 8"/>
          <p:cNvSpPr/>
          <p:nvPr/>
        </p:nvSpPr>
        <p:spPr>
          <a:xfrm>
            <a:off x="888978" y="4979491"/>
            <a:ext cx="106423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Aggregation · subqueries · CASE logic · CTEs · conditional percentages · ROW_NUMBER() ranking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441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analysis is designed to reveal customer value patterns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979613"/>
            <a:ext cx="3471180" cy="1842591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30" y="2125663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6430" y="2716213"/>
            <a:ext cx="3179088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Segment customers as New, Returning, or Loyal using previous-purchase thresholds.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436356" y="1979613"/>
            <a:ext cx="3369682" cy="1842591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403" y="2125663"/>
            <a:ext cx="457189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2403" y="2716213"/>
            <a:ext cx="307758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whether repeat buyers are more likely to subscribe.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110831" y="1979613"/>
            <a:ext cx="3420382" cy="1842591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877" y="2125663"/>
            <a:ext cx="457189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6877" y="2716213"/>
            <a:ext cx="312828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 average purchase value across shipping types and subscription status.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60383" y="4127004"/>
            <a:ext cx="3471180" cy="216257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30" y="4273054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6430" y="4863604"/>
            <a:ext cx="3179088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high-rated products and category-level best sellers for merchandising opportunities.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436356" y="4127004"/>
            <a:ext cx="7094856" cy="216257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2403" y="4273054"/>
            <a:ext cx="457189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82403" y="4863604"/>
            <a:ext cx="68027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Separate productive discounting from potential promotion dependency.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04792" y="6444059"/>
            <a:ext cx="298313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POWER BI · </a:t>
            </a:r>
            <a:r>
              <a:rPr lang="en-US" sz="1300" kern="100" spc="13" dirty="0" smtClean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REPORTNG </a:t>
            </a:r>
            <a:r>
              <a:rPr lang="en-US" sz="1300" kern="100" spc="13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7366" y="717352"/>
            <a:ext cx="10823945" cy="1239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Power BI turned analysis into an interactive reporting layer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816196" y="2027875"/>
            <a:ext cx="3183147" cy="299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Move from high-level customer and revenue patterns into product, demographic, discount, subscription, and loyalty analysis.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864" y="4137521"/>
            <a:ext cx="457189" cy="457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77" y="2027875"/>
            <a:ext cx="7849973" cy="4416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60400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50516"/>
            <a:ext cx="1087092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One pipeline, three tools, one decision-support workflow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2386013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83" y="2706688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CSV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78115" y="2386013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78115" y="2706688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/ Pandas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48" y="2386013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48" y="2706688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13580" y="2386013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13580" y="2706688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383" y="3387825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383" y="3703145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78115" y="3387825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78115" y="3708500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 Analysis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5848" y="3387825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5848" y="3708500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13580" y="3387825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13580" y="3708500"/>
            <a:ext cx="27177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 Insights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0383" y="4784401"/>
            <a:ext cx="342038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0383" y="5245894"/>
            <a:ext cx="342038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Improves reliability and analytical usability.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4788" y="4778781"/>
            <a:ext cx="342048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85557" y="5245894"/>
            <a:ext cx="34204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Structures questions and makes analysis reproducible.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91781" y="4778780"/>
            <a:ext cx="342038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10831" y="5245894"/>
            <a:ext cx="342038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Makes results accessible for exploration and reporting.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0383" y="950516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recommendations are built around action, not just description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2166541"/>
            <a:ext cx="3547378" cy="1882477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31" y="2261791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631" y="2852341"/>
            <a:ext cx="335688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Differentiate retention strategies by customer segment.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360158" y="2166541"/>
            <a:ext cx="3471280" cy="1882477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703" y="2312344"/>
            <a:ext cx="457189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5406" y="2864794"/>
            <a:ext cx="3280784" cy="1038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Evaluate discount penetration against margin and incremental value.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7983834" y="2166541"/>
            <a:ext cx="3547378" cy="1882477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081" y="2261791"/>
            <a:ext cx="457189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79081" y="2852341"/>
            <a:ext cx="33568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high-rated products for merchandising, cross-sell, and promotion tests.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60383" y="4201418"/>
            <a:ext cx="3547378" cy="206097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31" y="4296668"/>
            <a:ext cx="457189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5631" y="4887218"/>
            <a:ext cx="33568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Target subscription offers toward repeat buyers when the economics support it.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4360158" y="4201418"/>
            <a:ext cx="3471280" cy="206097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5406" y="4296668"/>
            <a:ext cx="457189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55406" y="4887218"/>
            <a:ext cx="328078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age and gender patterns as inputs to targeted marketing, not as standalone decisions.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7983834" y="4201418"/>
            <a:ext cx="3547378" cy="206097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9081" y="4296668"/>
            <a:ext cx="45718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79081" y="4887218"/>
            <a:ext cx="3356883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 premium-shipping and purchase-value relationships before using delivery as an upsell.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08000"/>
            <a:ext cx="624824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798116"/>
            <a:ext cx="5791055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26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Strong foundation, with clear next steps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2284412"/>
            <a:ext cx="579105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transaction </a:t>
            </a:r>
            <a:r>
              <a:rPr lang="en-US" sz="1800" dirty="0" smtClean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83" y="2746673"/>
            <a:ext cx="579105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True time-series and cohort analysis are not possible.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383" y="3371453"/>
            <a:ext cx="579105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History is proxied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83" y="3833713"/>
            <a:ext cx="579105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Previous Purchases is a proxy for customer history, not transaction-level history.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83" y="4778474"/>
            <a:ext cx="579105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invented outputs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83" y="5240734"/>
            <a:ext cx="579105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report documents SQL logic and intended interpretations, but does not include numerical query outputs.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08627" y="0"/>
            <a:ext cx="5283068" cy="6861076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11" name="Text 9"/>
          <p:cNvSpPr/>
          <p:nvPr/>
        </p:nvSpPr>
        <p:spPr>
          <a:xfrm>
            <a:off x="7416614" y="1073150"/>
            <a:ext cx="477508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16614" y="1363266"/>
            <a:ext cx="4267093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67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Move from description toward testing and prediction.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416614" y="5147866"/>
            <a:ext cx="426709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dated transactions, margin, campaign exposure, and cohort metrics.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0383" y="3212703"/>
            <a:ext cx="5791055" cy="12700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383" y="4619724"/>
            <a:ext cx="5791055" cy="12700"/>
          </a:xfrm>
          <a:prstGeom prst="rect">
            <a:avLst/>
          </a:prstGeom>
          <a:solidFill>
            <a:srgbClr val="D9D5C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644</Words>
  <Application>Microsoft Office PowerPoint</Application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Funnel Sans</vt:lpstr>
      <vt:lpstr>Arial Rounded MT Bold</vt:lpstr>
      <vt:lpstr>Funnel Sans SemiBold</vt:lpstr>
      <vt:lpstr>Tahoma</vt:lpstr>
      <vt:lpstr>Young Serif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2</cp:revision>
  <dcterms:created xsi:type="dcterms:W3CDTF">2026-10-05T06:56:37Z</dcterms:created>
  <dcterms:modified xsi:type="dcterms:W3CDTF">2026-10-05T07:05:06Z</dcterms:modified>
</cp:coreProperties>
</file>